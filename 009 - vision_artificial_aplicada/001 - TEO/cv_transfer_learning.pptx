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d2e2833a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d2e2833a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d2e2833a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d2e2833a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d2e2833a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d2e2833a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2e2833a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2e2833a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d2e2833a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d2e2833a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d2e2833a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d2e2833a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d2e2833a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d2e2833a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d2e2833a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d2e2833a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d2e2833a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d2e2833a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d2e2833a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d2e2833a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2e2833a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d2e2833a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7575dac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7575dac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DFBF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en.wikipedia.org/wiki/Computer_vision" TargetMode="External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hatGPT Image 1 jun 2026, 20_57_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ChatGPT Image 1 jun 2026, 20_58_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ChatGPT Image 1 jun 2026, 21_13_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ChatGPT Image 1 jun 2026, 21_15_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ChatGPT Image 1 jun 2026, 21_15_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title="ChatGPT Image 1 jun 2026, 21_17_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title="ChatGPT Image 1 jun 2026, 21_18_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title="ChatGPT Image 1 jun 2026, 21_18_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title="ChatGPT Image 1 jun 2026, 22_38_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 title="ChatGPT Image 1 jun 2026, 22_38_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 title="ChatGPT Image 1 jun 2026, 22_38_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 title="ChatGPT Image 1 jun 2026, 22_27_01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 title="ChatGPT Image 2 jun 2026, 15_46_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