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 showGuides="1">
      <p:cViewPr>
        <p:scale>
          <a:sx n="74" d="100"/>
          <a:sy n="74" d="100"/>
        </p:scale>
        <p:origin x="436" y="6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F27149-7E8C-7830-F20D-1FA3B6C2CE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D96566E-191A-A9AF-5787-14582C2D0C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788BC1B-B5D2-A8AB-8242-035B131A9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748F8-C789-4840-B24B-FFFA7866BE3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10FFD21-09A8-3C0A-FB84-3200BDB8E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687C60-8BBC-B540-EFA1-7F4DDA4F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2D287-6E0B-4824-BE15-EF932AEDF14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736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8A5A17-C84B-EF69-BA17-F92D6167F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57E976-69F5-0A2E-E226-921149DBF9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1E30509-DA5A-FDAB-86B1-11EDE3417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748F8-C789-4840-B24B-FFFA7866BE3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51883B-4B1D-6981-4A22-C2284BDAC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350811A-212A-0E80-A8C4-9BD4366C1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2D287-6E0B-4824-BE15-EF932AEDF14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448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319F68-E5C6-3FC7-7F7F-8C6F777FC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DDA44C7-AC8E-EB55-877B-707803CF73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AE0130-7099-B02C-359E-10E2C30FD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748F8-C789-4840-B24B-FFFA7866BE3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7B4F2B3-5D37-C981-FC35-989CB45FE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785BECC-BC2D-24BE-DE2D-6E68DE543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2D287-6E0B-4824-BE15-EF932AEDF14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853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F60D02-7744-3396-196B-04CC43D9F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E8E7F6D-EC8A-6655-6FD9-2C6D10AB55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BBC90BB-DA3A-D418-BEB0-5BE84E5628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7E646F-A0B4-0BDD-32DF-03E8DCC63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748F8-C789-4840-B24B-FFFA7866BE3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7400940-6BAD-2353-2EA0-8DBFF2ADC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6EEB3EF-2360-FF1C-2886-2B8EE1E44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2D287-6E0B-4824-BE15-EF932AEDF14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408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196D90-FE3D-B66C-C7E8-FFDE31200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071A131-7B30-A1B3-0B13-5C216A6F2D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C8BDFBB-2998-CFA1-CD77-85D732B683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B9CD207-698D-B5ED-F813-D86AADD539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7F951A8-156C-AF20-7513-80EE7CFE29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9338286-3375-1656-5B59-052867903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748F8-C789-4840-B24B-FFFA7866BE3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43328B2-A74E-B968-C4A0-013BBE83F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A6D4E2D-BEAB-0D87-AF90-6FABFF35E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2D287-6E0B-4824-BE15-EF932AEDF14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603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822563-02B7-BF24-5DC5-2EE42253E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6D03AE5-ABA2-6409-B285-A0B4E75D8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748F8-C789-4840-B24B-FFFA7866BE3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84B425D-3C36-D8B8-91AE-820246007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6688F81-B02F-F548-D326-002C7E546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2D287-6E0B-4824-BE15-EF932AEDF14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170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5E4A543-8A17-5CD2-6442-C4229A164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748F8-C789-4840-B24B-FFFA7866BE3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A3645CA-6F4A-8B6D-D98C-6C4001AFF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021EB4D-4AD9-91B5-8240-C9BACDDCF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2D287-6E0B-4824-BE15-EF932AEDF14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25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38A7FF-B4EC-D123-32CA-3BF4EA1A0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570483-CF22-A1D3-6220-0B8E0A2B0A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B526FD-3166-8A9C-18CA-8054127B00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B5387AC-EEC3-BC43-650A-B535C3EDA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748F8-C789-4840-B24B-FFFA7866BE3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393466D-B39A-6D70-4D22-8828623F2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6872D0B-B5E8-7598-9F9B-21E3E17B7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2D287-6E0B-4824-BE15-EF932AEDF14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805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F31E7B-F598-AEF1-31FC-4863D06F9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40EC051-8E02-59B6-0C53-C4627B52A0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1EDEAAE-E6B8-0824-2A66-3696860C9E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16F7430-B30C-8E99-48D9-6E3589428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748F8-C789-4840-B24B-FFFA7866BE3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66F8598-FE04-D8B4-8466-31446889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F3CABC2-2C31-CBBB-2071-8D9BFBC2E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2D287-6E0B-4824-BE15-EF932AEDF14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404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793FC4-1007-1CCE-0B70-B783E91BF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876B8D-90EF-5204-81D1-ADB48BD6EB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6DD7D86-5C06-A5FA-4C9C-42656F2C2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748F8-C789-4840-B24B-FFFA7866BE3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DBAF510-0FA6-8226-0D59-BA8466AEF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57BC6D3-2E3F-91A7-4077-3D51F1235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2D287-6E0B-4824-BE15-EF932AEDF14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823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AB119CA-59F6-CA80-24F1-E6E27D1A86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00A3C33-E1E9-8981-8758-C5E65259F4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72571A-56A4-45B1-1693-8F5072A4D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748F8-C789-4840-B24B-FFFA7866BE3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10CD893-6C13-A85E-BB92-F0CFAC186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717B777-8427-E7A7-7E1B-C9BF63EA5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2D287-6E0B-4824-BE15-EF932AEDF14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0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9B05928-80A0-75AC-BCFF-E40B03E25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13CA866-BD0D-7955-A78A-B64C7F58AF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EE6F2D-0340-31A0-CCE9-F15B03C7F5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748F8-C789-4840-B24B-FFFA7866BE3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E93F8E1-F40A-C9B6-A096-34A5AFF902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9E835EC-A491-A0B0-B766-0720C26A80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62D287-6E0B-4824-BE15-EF932AEDF14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376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6D2E0536-E728-2B50-7E50-186D9F578520}"/>
              </a:ext>
            </a:extLst>
          </p:cNvPr>
          <p:cNvGrpSpPr/>
          <p:nvPr/>
        </p:nvGrpSpPr>
        <p:grpSpPr>
          <a:xfrm>
            <a:off x="0" y="0"/>
            <a:ext cx="12735438" cy="1828800"/>
            <a:chOff x="-567822" y="1733605"/>
            <a:chExt cx="12735438" cy="1828800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2AC1D9C8-9BB1-B212-8A6C-C19A026161D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567822" y="1733605"/>
              <a:ext cx="1828800" cy="1828800"/>
            </a:xfrm>
            <a:prstGeom prst="rect">
              <a:avLst/>
            </a:prstGeom>
          </p:spPr>
        </p:pic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80E9FFBA-20FF-0E6B-CA34-3C7C115E072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49951" y="1733605"/>
              <a:ext cx="1828800" cy="1828800"/>
            </a:xfrm>
            <a:prstGeom prst="rect">
              <a:avLst/>
            </a:prstGeom>
          </p:spPr>
        </p:pic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AA61A727-756E-FF00-ABD2-367FBCE9AE8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67724" y="1733605"/>
              <a:ext cx="1828800" cy="1828800"/>
            </a:xfrm>
            <a:prstGeom prst="rect">
              <a:avLst/>
            </a:prstGeom>
          </p:spPr>
        </p:pic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93091B10-D41E-C6AB-1B40-35288869360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85497" y="1733605"/>
              <a:ext cx="1828800" cy="1828800"/>
            </a:xfrm>
            <a:prstGeom prst="rect">
              <a:avLst/>
            </a:prstGeom>
          </p:spPr>
        </p:pic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A4A4D94F-6CDA-2009-6BC2-1A35C012569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03270" y="1733605"/>
              <a:ext cx="1828800" cy="1828800"/>
            </a:xfrm>
            <a:prstGeom prst="rect">
              <a:avLst/>
            </a:prstGeom>
          </p:spPr>
        </p:pic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2E033908-AEAC-4CCC-9C72-E44E83FD87D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1043" y="1733605"/>
              <a:ext cx="1828800" cy="1828800"/>
            </a:xfrm>
            <a:prstGeom prst="rect">
              <a:avLst/>
            </a:prstGeom>
          </p:spPr>
        </p:pic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BE86C6C5-749A-DFB2-DDEC-C8F486542A2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38816" y="1733605"/>
              <a:ext cx="1828800" cy="1828800"/>
            </a:xfrm>
            <a:prstGeom prst="rect">
              <a:avLst/>
            </a:prstGeom>
          </p:spPr>
        </p:pic>
      </p:grpSp>
      <p:pic>
        <p:nvPicPr>
          <p:cNvPr id="25" name="Imagen 24">
            <a:extLst>
              <a:ext uri="{FF2B5EF4-FFF2-40B4-BE49-F238E27FC236}">
                <a16:creationId xmlns:a16="http://schemas.microsoft.com/office/drawing/2014/main" id="{FDF33FA9-A46D-E70A-5001-CB5812740EC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25882" y="3507846"/>
            <a:ext cx="12192000" cy="2395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7040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Carmen Rodriguez</dc:creator>
  <cp:lastModifiedBy>Carmen Rodriguez</cp:lastModifiedBy>
  <cp:revision>2</cp:revision>
  <dcterms:created xsi:type="dcterms:W3CDTF">2026-05-12T00:49:40Z</dcterms:created>
  <dcterms:modified xsi:type="dcterms:W3CDTF">2026-05-12T02:07:46Z</dcterms:modified>
</cp:coreProperties>
</file>