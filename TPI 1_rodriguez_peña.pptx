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993a23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993a23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8993a236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8993a236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8993a236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8993a236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8993a236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8993a236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8993a236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8993a236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TPI 1: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Apellido, Nombre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Año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 1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05450" y="1152475"/>
            <a:ext cx="24738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IMG entrada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335100" y="1152475"/>
            <a:ext cx="24738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Descripción</a:t>
            </a:r>
            <a:r>
              <a:rPr lang="es"/>
              <a:t> pipeline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6164750" y="1152475"/>
            <a:ext cx="24738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IMG salida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 2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505450" y="1152475"/>
            <a:ext cx="24738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IMG entrada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335100" y="1152475"/>
            <a:ext cx="24738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Descripción pipeline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6164750" y="1152475"/>
            <a:ext cx="24738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IMG salida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 3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505450" y="1152475"/>
            <a:ext cx="24738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IMG entrada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335100" y="1152475"/>
            <a:ext cx="24738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Descripción pipeline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6164750" y="1152475"/>
            <a:ext cx="24738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IMG salida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Bonus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Ejemplo: proceso de </a:t>
            </a:r>
            <a:r>
              <a:rPr lang="es"/>
              <a:t>construcción</a:t>
            </a:r>
            <a:r>
              <a:rPr lang="es"/>
              <a:t> de mi camara oscura.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